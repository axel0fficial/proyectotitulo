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nton" charset="1" panose="00000500000000000000"/>
      <p:regular r:id="rId13"/>
    </p:embeddedFont>
    <p:embeddedFont>
      <p:font typeface="Open Sans Bold" charset="1" panose="00000000000000000000"/>
      <p:regular r:id="rId14"/>
    </p:embeddedFont>
    <p:embeddedFont>
      <p:font typeface="Open Sans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91475" y="6099455"/>
            <a:ext cx="6012725" cy="1573375"/>
            <a:chOff x="0" y="0"/>
            <a:chExt cx="812800" cy="212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12689"/>
            </a:xfrm>
            <a:custGeom>
              <a:avLst/>
              <a:gdLst/>
              <a:ahLst/>
              <a:cxnLst/>
              <a:rect r="r" b="b" t="t" l="l"/>
              <a:pathLst>
                <a:path h="212689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212689"/>
                  </a:lnTo>
                  <a:lnTo>
                    <a:pt x="812800" y="212689"/>
                  </a:lnTo>
                  <a:lnTo>
                    <a:pt x="609600" y="0"/>
                  </a:lnTo>
                  <a:close/>
                </a:path>
              </a:pathLst>
            </a:custGeom>
            <a:ln w="76200" cap="sq">
              <a:solidFill>
                <a:srgbClr val="76ADE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609600" cy="25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78750" y="-944725"/>
            <a:ext cx="7559470" cy="1573375"/>
            <a:chOff x="0" y="0"/>
            <a:chExt cx="1021889" cy="2126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1889" cy="212689"/>
            </a:xfrm>
            <a:custGeom>
              <a:avLst/>
              <a:gdLst/>
              <a:ahLst/>
              <a:cxnLst/>
              <a:rect r="r" b="b" t="t" l="l"/>
              <a:pathLst>
                <a:path h="212689" w="1021889">
                  <a:moveTo>
                    <a:pt x="818689" y="0"/>
                  </a:moveTo>
                  <a:lnTo>
                    <a:pt x="0" y="0"/>
                  </a:lnTo>
                  <a:lnTo>
                    <a:pt x="203200" y="212689"/>
                  </a:lnTo>
                  <a:lnTo>
                    <a:pt x="1021889" y="212689"/>
                  </a:lnTo>
                  <a:lnTo>
                    <a:pt x="818689" y="0"/>
                  </a:lnTo>
                  <a:close/>
                </a:path>
              </a:pathLst>
            </a:custGeom>
            <a:ln w="76200" cap="sq">
              <a:solidFill>
                <a:srgbClr val="76ADE5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818689" cy="25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35817" y="1028700"/>
            <a:ext cx="12842052" cy="6263937"/>
            <a:chOff x="0" y="0"/>
            <a:chExt cx="406400" cy="198229"/>
          </a:xfrm>
        </p:grpSpPr>
        <p:sp>
          <p:nvSpPr>
            <p:cNvPr name="Freeform 9" id="9"/>
            <p:cNvSpPr/>
            <p:nvPr/>
          </p:nvSpPr>
          <p:spPr>
            <a:xfrm flipH="false" flipV="false" rot="6000">
              <a:off x="-173" y="0"/>
              <a:ext cx="406745" cy="198228"/>
            </a:xfrm>
            <a:custGeom>
              <a:avLst/>
              <a:gdLst/>
              <a:ahLst/>
              <a:cxnLst/>
              <a:rect r="r" b="b" t="t" l="l"/>
              <a:pathLst>
                <a:path h="198228" w="406745">
                  <a:moveTo>
                    <a:pt x="203200" y="0"/>
                  </a:moveTo>
                  <a:lnTo>
                    <a:pt x="0" y="355"/>
                  </a:lnTo>
                  <a:lnTo>
                    <a:pt x="203546" y="198229"/>
                  </a:lnTo>
                  <a:lnTo>
                    <a:pt x="406746" y="19787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-3046" t="-19443" r="41" b="-21372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5400000">
            <a:off x="12148198" y="4147198"/>
            <a:ext cx="10807132" cy="1472472"/>
          </a:xfrm>
          <a:custGeom>
            <a:avLst/>
            <a:gdLst/>
            <a:ahLst/>
            <a:cxnLst/>
            <a:rect r="r" b="b" t="t" l="l"/>
            <a:pathLst>
              <a:path h="1472472" w="10807132">
                <a:moveTo>
                  <a:pt x="0" y="0"/>
                </a:moveTo>
                <a:lnTo>
                  <a:pt x="10807132" y="0"/>
                </a:lnTo>
                <a:lnTo>
                  <a:pt x="10807132" y="1472472"/>
                </a:lnTo>
                <a:lnTo>
                  <a:pt x="0" y="14724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056843" y="0"/>
            <a:ext cx="4231157" cy="4114800"/>
          </a:xfrm>
          <a:custGeom>
            <a:avLst/>
            <a:gdLst/>
            <a:ahLst/>
            <a:cxnLst/>
            <a:rect r="r" b="b" t="t" l="l"/>
            <a:pathLst>
              <a:path h="4114800" w="4231157">
                <a:moveTo>
                  <a:pt x="0" y="0"/>
                </a:moveTo>
                <a:lnTo>
                  <a:pt x="4231157" y="0"/>
                </a:lnTo>
                <a:lnTo>
                  <a:pt x="42311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130681" y="8454365"/>
            <a:ext cx="1934312" cy="761636"/>
          </a:xfrm>
          <a:custGeom>
            <a:avLst/>
            <a:gdLst/>
            <a:ahLst/>
            <a:cxnLst/>
            <a:rect r="r" b="b" t="t" l="l"/>
            <a:pathLst>
              <a:path h="761636" w="1934312">
                <a:moveTo>
                  <a:pt x="0" y="0"/>
                </a:moveTo>
                <a:lnTo>
                  <a:pt x="1934313" y="0"/>
                </a:lnTo>
                <a:lnTo>
                  <a:pt x="1934313" y="761635"/>
                </a:lnTo>
                <a:lnTo>
                  <a:pt x="0" y="7616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0" y="8454365"/>
            <a:ext cx="13638221" cy="803935"/>
            <a:chOff x="0" y="0"/>
            <a:chExt cx="3591959" cy="211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91959" cy="211736"/>
            </a:xfrm>
            <a:custGeom>
              <a:avLst/>
              <a:gdLst/>
              <a:ahLst/>
              <a:cxnLst/>
              <a:rect r="r" b="b" t="t" l="l"/>
              <a:pathLst>
                <a:path h="211736" w="3591959">
                  <a:moveTo>
                    <a:pt x="0" y="0"/>
                  </a:moveTo>
                  <a:lnTo>
                    <a:pt x="3591959" y="0"/>
                  </a:lnTo>
                  <a:lnTo>
                    <a:pt x="3591959" y="211736"/>
                  </a:lnTo>
                  <a:lnTo>
                    <a:pt x="0" y="211736"/>
                  </a:lnTo>
                  <a:close/>
                </a:path>
              </a:pathLst>
            </a:custGeom>
            <a:solidFill>
              <a:srgbClr val="5E50A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591959" cy="249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622149" y="8454365"/>
            <a:ext cx="1475840" cy="803935"/>
            <a:chOff x="0" y="0"/>
            <a:chExt cx="388699" cy="2117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8699" cy="211736"/>
            </a:xfrm>
            <a:custGeom>
              <a:avLst/>
              <a:gdLst/>
              <a:ahLst/>
              <a:cxnLst/>
              <a:rect r="r" b="b" t="t" l="l"/>
              <a:pathLst>
                <a:path h="211736" w="388699">
                  <a:moveTo>
                    <a:pt x="0" y="0"/>
                  </a:moveTo>
                  <a:lnTo>
                    <a:pt x="388699" y="0"/>
                  </a:lnTo>
                  <a:lnTo>
                    <a:pt x="388699" y="211736"/>
                  </a:lnTo>
                  <a:lnTo>
                    <a:pt x="0" y="211736"/>
                  </a:lnTo>
                  <a:close/>
                </a:path>
              </a:pathLst>
            </a:custGeom>
            <a:solidFill>
              <a:srgbClr val="79489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88699" cy="249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25268" y="1375546"/>
            <a:ext cx="10138178" cy="502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78"/>
              </a:lnSpc>
            </a:pPr>
            <a:r>
              <a:rPr lang="en-US" sz="11980">
                <a:solidFill>
                  <a:srgbClr val="5E50A0"/>
                </a:solidFill>
                <a:latin typeface="Anton"/>
                <a:ea typeface="Anton"/>
                <a:cs typeface="Anton"/>
                <a:sym typeface="Anton"/>
              </a:rPr>
              <a:t>PROYECTO</a:t>
            </a:r>
          </a:p>
          <a:p>
            <a:pPr algn="l">
              <a:lnSpc>
                <a:spcPts val="13178"/>
              </a:lnSpc>
            </a:pPr>
            <a:r>
              <a:rPr lang="en-US" sz="11980">
                <a:solidFill>
                  <a:srgbClr val="5E50A0"/>
                </a:solidFill>
                <a:latin typeface="Anton"/>
                <a:ea typeface="Anton"/>
                <a:cs typeface="Anton"/>
                <a:sym typeface="Anton"/>
              </a:rPr>
              <a:t>DE TITULO</a:t>
            </a:r>
            <a:r>
              <a:rPr lang="en-US" sz="11980">
                <a:solidFill>
                  <a:srgbClr val="2C1F36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</a:p>
          <a:p>
            <a:pPr algn="l">
              <a:lnSpc>
                <a:spcPts val="13178"/>
              </a:lnSpc>
            </a:pPr>
            <a:r>
              <a:rPr lang="en-US" sz="11980">
                <a:solidFill>
                  <a:srgbClr val="794897"/>
                </a:solidFill>
                <a:latin typeface="Anton"/>
                <a:ea typeface="Anton"/>
                <a:cs typeface="Anton"/>
                <a:sym typeface="Anton"/>
              </a:rPr>
              <a:t>The Fine Drink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5743" y="6621242"/>
            <a:ext cx="938200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true">
                <a:solidFill>
                  <a:srgbClr val="2C1F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UNA ALTERNATIVA INTELIGENTE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5268" y="8649445"/>
            <a:ext cx="533180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EAEEF0"/>
                </a:solidFill>
                <a:latin typeface="Open Sans"/>
                <a:ea typeface="Open Sans"/>
                <a:cs typeface="Open Sans"/>
                <a:sym typeface="Open Sans"/>
              </a:rPr>
              <a:t>PRESENTED BY : AXEL OJEDA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2148198" y="4147198"/>
            <a:ext cx="10807132" cy="1472472"/>
          </a:xfrm>
          <a:custGeom>
            <a:avLst/>
            <a:gdLst/>
            <a:ahLst/>
            <a:cxnLst/>
            <a:rect r="r" b="b" t="t" l="l"/>
            <a:pathLst>
              <a:path h="1472472" w="10807132">
                <a:moveTo>
                  <a:pt x="10807132" y="0"/>
                </a:moveTo>
                <a:lnTo>
                  <a:pt x="0" y="0"/>
                </a:lnTo>
                <a:lnTo>
                  <a:pt x="0" y="1472472"/>
                </a:lnTo>
                <a:lnTo>
                  <a:pt x="10807132" y="1472472"/>
                </a:lnTo>
                <a:lnTo>
                  <a:pt x="108071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1443912" y="6172200"/>
            <a:ext cx="4231157" cy="4114800"/>
          </a:xfrm>
          <a:custGeom>
            <a:avLst/>
            <a:gdLst/>
            <a:ahLst/>
            <a:cxnLst/>
            <a:rect r="r" b="b" t="t" l="l"/>
            <a:pathLst>
              <a:path h="4114800" w="4231157">
                <a:moveTo>
                  <a:pt x="423115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231157" y="0"/>
                </a:lnTo>
                <a:lnTo>
                  <a:pt x="4231157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78761" y="8471612"/>
            <a:ext cx="17293580" cy="866600"/>
            <a:chOff x="0" y="0"/>
            <a:chExt cx="4244348" cy="2126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44348" cy="212689"/>
            </a:xfrm>
            <a:custGeom>
              <a:avLst/>
              <a:gdLst/>
              <a:ahLst/>
              <a:cxnLst/>
              <a:rect r="r" b="b" t="t" l="l"/>
              <a:pathLst>
                <a:path h="212689" w="4244348">
                  <a:moveTo>
                    <a:pt x="4041148" y="0"/>
                  </a:moveTo>
                  <a:lnTo>
                    <a:pt x="0" y="0"/>
                  </a:lnTo>
                  <a:lnTo>
                    <a:pt x="203200" y="212689"/>
                  </a:lnTo>
                  <a:lnTo>
                    <a:pt x="4244348" y="212689"/>
                  </a:lnTo>
                  <a:lnTo>
                    <a:pt x="4041148" y="0"/>
                  </a:lnTo>
                  <a:close/>
                </a:path>
              </a:pathLst>
            </a:custGeom>
            <a:ln w="76200" cap="sq">
              <a:solidFill>
                <a:srgbClr val="76ADE5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01600" y="-38100"/>
              <a:ext cx="4041148" cy="25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774912" y="1333682"/>
            <a:ext cx="1934312" cy="761636"/>
          </a:xfrm>
          <a:custGeom>
            <a:avLst/>
            <a:gdLst/>
            <a:ahLst/>
            <a:cxnLst/>
            <a:rect r="r" b="b" t="t" l="l"/>
            <a:pathLst>
              <a:path h="761636" w="1934312">
                <a:moveTo>
                  <a:pt x="0" y="0"/>
                </a:moveTo>
                <a:lnTo>
                  <a:pt x="1934313" y="0"/>
                </a:lnTo>
                <a:lnTo>
                  <a:pt x="1934313" y="761636"/>
                </a:lnTo>
                <a:lnTo>
                  <a:pt x="0" y="7616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190625"/>
            <a:ext cx="10138178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5E50A0"/>
                </a:solidFill>
                <a:latin typeface="Anton"/>
                <a:ea typeface="Anton"/>
                <a:cs typeface="Anton"/>
                <a:sym typeface="Anton"/>
              </a:rPr>
              <a:t>TABLA DE </a:t>
            </a:r>
            <a:r>
              <a:rPr lang="en-US" sz="9000">
                <a:solidFill>
                  <a:srgbClr val="794897"/>
                </a:solidFill>
                <a:latin typeface="Anton"/>
                <a:ea typeface="Anton"/>
                <a:cs typeface="Anton"/>
                <a:sym typeface="Anton"/>
              </a:rPr>
              <a:t>CONTENIDOS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95546" y="3276407"/>
            <a:ext cx="1758545" cy="1024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76ADE5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276407"/>
            <a:ext cx="1758545" cy="1024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76ADE5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95546" y="4943475"/>
            <a:ext cx="1758545" cy="1024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76ADE5"/>
                </a:solidFill>
                <a:latin typeface="Anton"/>
                <a:ea typeface="Anton"/>
                <a:cs typeface="Anton"/>
                <a:sym typeface="Anton"/>
              </a:rPr>
              <a:t>06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78761" y="3488498"/>
            <a:ext cx="38190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C1F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PROBLEMA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60513" y="3488498"/>
            <a:ext cx="380673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C1F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SOLUCION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78761" y="5112034"/>
            <a:ext cx="495678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C1F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FINE DRINK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943475"/>
            <a:ext cx="1758545" cy="1024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76ADE5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60513" y="5112034"/>
            <a:ext cx="508155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C1F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METODOLOGIA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1395" y="6293556"/>
            <a:ext cx="20976790" cy="3192099"/>
            <a:chOff x="0" y="0"/>
            <a:chExt cx="5524751" cy="8407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4751" cy="840717"/>
            </a:xfrm>
            <a:custGeom>
              <a:avLst/>
              <a:gdLst/>
              <a:ahLst/>
              <a:cxnLst/>
              <a:rect r="r" b="b" t="t" l="l"/>
              <a:pathLst>
                <a:path h="840717" w="5524751">
                  <a:moveTo>
                    <a:pt x="0" y="0"/>
                  </a:moveTo>
                  <a:lnTo>
                    <a:pt x="5524751" y="0"/>
                  </a:lnTo>
                  <a:lnTo>
                    <a:pt x="5524751" y="840717"/>
                  </a:lnTo>
                  <a:lnTo>
                    <a:pt x="0" y="840717"/>
                  </a:lnTo>
                  <a:close/>
                </a:path>
              </a:pathLst>
            </a:custGeom>
            <a:solidFill>
              <a:srgbClr val="79489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524751" cy="878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2148198" y="4147198"/>
            <a:ext cx="10807132" cy="1472472"/>
          </a:xfrm>
          <a:custGeom>
            <a:avLst/>
            <a:gdLst/>
            <a:ahLst/>
            <a:cxnLst/>
            <a:rect r="r" b="b" t="t" l="l"/>
            <a:pathLst>
              <a:path h="1472472" w="10807132">
                <a:moveTo>
                  <a:pt x="0" y="0"/>
                </a:moveTo>
                <a:lnTo>
                  <a:pt x="10807132" y="0"/>
                </a:lnTo>
                <a:lnTo>
                  <a:pt x="10807132" y="1472472"/>
                </a:lnTo>
                <a:lnTo>
                  <a:pt x="0" y="1472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73969" y="1303713"/>
            <a:ext cx="1934312" cy="761636"/>
          </a:xfrm>
          <a:custGeom>
            <a:avLst/>
            <a:gdLst/>
            <a:ahLst/>
            <a:cxnLst/>
            <a:rect r="r" b="b" t="t" l="l"/>
            <a:pathLst>
              <a:path h="761636" w="1934312">
                <a:moveTo>
                  <a:pt x="0" y="0"/>
                </a:moveTo>
                <a:lnTo>
                  <a:pt x="1934312" y="0"/>
                </a:lnTo>
                <a:lnTo>
                  <a:pt x="1934312" y="761636"/>
                </a:lnTo>
                <a:lnTo>
                  <a:pt x="0" y="761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6493566"/>
            <a:ext cx="7611847" cy="2764734"/>
            <a:chOff x="0" y="0"/>
            <a:chExt cx="1179274" cy="4283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9274" cy="428330"/>
            </a:xfrm>
            <a:custGeom>
              <a:avLst/>
              <a:gdLst/>
              <a:ahLst/>
              <a:cxnLst/>
              <a:rect r="r" b="b" t="t" l="l"/>
              <a:pathLst>
                <a:path h="428330" w="1179274">
                  <a:moveTo>
                    <a:pt x="0" y="0"/>
                  </a:moveTo>
                  <a:lnTo>
                    <a:pt x="1179274" y="0"/>
                  </a:lnTo>
                  <a:lnTo>
                    <a:pt x="1179274" y="428330"/>
                  </a:lnTo>
                  <a:lnTo>
                    <a:pt x="0" y="428330"/>
                  </a:lnTo>
                  <a:close/>
                </a:path>
              </a:pathLst>
            </a:custGeom>
            <a:blipFill>
              <a:blip r:embed="rId6"/>
              <a:stretch>
                <a:fillRect l="0" t="-41715" r="0" b="-4171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14867" y="6493566"/>
            <a:ext cx="7611847" cy="2764734"/>
            <a:chOff x="0" y="0"/>
            <a:chExt cx="1179274" cy="4283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9274" cy="428330"/>
            </a:xfrm>
            <a:custGeom>
              <a:avLst/>
              <a:gdLst/>
              <a:ahLst/>
              <a:cxnLst/>
              <a:rect r="r" b="b" t="t" l="l"/>
              <a:pathLst>
                <a:path h="428330" w="1179274">
                  <a:moveTo>
                    <a:pt x="0" y="0"/>
                  </a:moveTo>
                  <a:lnTo>
                    <a:pt x="1179274" y="0"/>
                  </a:lnTo>
                  <a:lnTo>
                    <a:pt x="1179274" y="428330"/>
                  </a:lnTo>
                  <a:lnTo>
                    <a:pt x="0" y="428330"/>
                  </a:lnTo>
                  <a:close/>
                </a:path>
              </a:pathLst>
            </a:custGeom>
            <a:blipFill>
              <a:blip r:embed="rId7"/>
              <a:stretch>
                <a:fillRect l="0" t="-27433" r="0" b="-2743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1104900"/>
            <a:ext cx="13263330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>
                <a:solidFill>
                  <a:srgbClr val="5E50A0"/>
                </a:solidFill>
                <a:latin typeface="Anton"/>
                <a:ea typeface="Anton"/>
                <a:cs typeface="Anton"/>
                <a:sym typeface="Anton"/>
              </a:rPr>
              <a:t>EL PROBLEMA </a:t>
            </a:r>
          </a:p>
          <a:p>
            <a:pPr algn="l">
              <a:lnSpc>
                <a:spcPts val="9900"/>
              </a:lnSpc>
            </a:pPr>
            <a:r>
              <a:rPr lang="en-US" sz="9000">
                <a:solidFill>
                  <a:srgbClr val="794897"/>
                </a:solidFill>
                <a:latin typeface="Anton"/>
                <a:ea typeface="Anton"/>
                <a:cs typeface="Anton"/>
                <a:sym typeface="Anton"/>
              </a:rPr>
              <a:t>LAS ALTERNATIVAS NO LO VALEN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921409"/>
            <a:ext cx="15980588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C1F36"/>
                </a:solidFill>
                <a:latin typeface="Open Sans"/>
                <a:ea typeface="Open Sans"/>
                <a:cs typeface="Open Sans"/>
                <a:sym typeface="Open Sans"/>
              </a:rPr>
              <a:t>El primer desalentador para obtener un App o servicio es el precio y el segundo son los comerciales y publicidades.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C1F36"/>
                </a:solidFill>
                <a:latin typeface="Open Sans"/>
                <a:ea typeface="Open Sans"/>
                <a:cs typeface="Open Sans"/>
                <a:sym typeface="Open Sans"/>
              </a:rPr>
              <a:t>La opcion fisica se daña o pierde.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C1F36"/>
                </a:solidFill>
                <a:latin typeface="Open Sans"/>
                <a:ea typeface="Open Sans"/>
                <a:cs typeface="Open Sans"/>
                <a:sym typeface="Open Sans"/>
              </a:rPr>
              <a:t>Y los clasicos se vuelven repetitivos.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75974" y="1793810"/>
            <a:ext cx="12842052" cy="6263937"/>
            <a:chOff x="0" y="0"/>
            <a:chExt cx="406400" cy="1982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198229"/>
            </a:xfrm>
            <a:custGeom>
              <a:avLst/>
              <a:gdLst/>
              <a:ahLst/>
              <a:cxnLst/>
              <a:rect r="r" b="b" t="t" l="l"/>
              <a:pathLst>
                <a:path h="198229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198229"/>
                  </a:lnTo>
                  <a:lnTo>
                    <a:pt x="406400" y="198229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0" t="-18295" r="0" b="-1829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10800000">
            <a:off x="12372099" y="0"/>
            <a:ext cx="5915901" cy="5753214"/>
          </a:xfrm>
          <a:custGeom>
            <a:avLst/>
            <a:gdLst/>
            <a:ahLst/>
            <a:cxnLst/>
            <a:rect r="r" b="b" t="t" l="l"/>
            <a:pathLst>
              <a:path h="5753214" w="5915901">
                <a:moveTo>
                  <a:pt x="0" y="0"/>
                </a:moveTo>
                <a:lnTo>
                  <a:pt x="5915901" y="0"/>
                </a:lnTo>
                <a:lnTo>
                  <a:pt x="5915901" y="5753214"/>
                </a:lnTo>
                <a:lnTo>
                  <a:pt x="0" y="5753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-820386"/>
            <a:ext cx="11894548" cy="2217578"/>
            <a:chOff x="0" y="0"/>
            <a:chExt cx="1140811" cy="2126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0811" cy="212689"/>
            </a:xfrm>
            <a:custGeom>
              <a:avLst/>
              <a:gdLst/>
              <a:ahLst/>
              <a:cxnLst/>
              <a:rect r="r" b="b" t="t" l="l"/>
              <a:pathLst>
                <a:path h="212689" w="1140811">
                  <a:moveTo>
                    <a:pt x="937611" y="0"/>
                  </a:moveTo>
                  <a:lnTo>
                    <a:pt x="0" y="0"/>
                  </a:lnTo>
                  <a:lnTo>
                    <a:pt x="203200" y="212689"/>
                  </a:lnTo>
                  <a:lnTo>
                    <a:pt x="1140811" y="212689"/>
                  </a:lnTo>
                  <a:lnTo>
                    <a:pt x="937611" y="0"/>
                  </a:lnTo>
                  <a:close/>
                </a:path>
              </a:pathLst>
            </a:custGeom>
            <a:ln w="76200" cap="sq">
              <a:solidFill>
                <a:srgbClr val="76ADE5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937611" cy="25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8965971" y="-388655"/>
            <a:ext cx="11894548" cy="2217578"/>
            <a:chOff x="0" y="0"/>
            <a:chExt cx="1140811" cy="2126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0811" cy="212689"/>
            </a:xfrm>
            <a:custGeom>
              <a:avLst/>
              <a:gdLst/>
              <a:ahLst/>
              <a:cxnLst/>
              <a:rect r="r" b="b" t="t" l="l"/>
              <a:pathLst>
                <a:path h="212689" w="1140811">
                  <a:moveTo>
                    <a:pt x="937611" y="0"/>
                  </a:moveTo>
                  <a:lnTo>
                    <a:pt x="0" y="0"/>
                  </a:lnTo>
                  <a:lnTo>
                    <a:pt x="203200" y="212689"/>
                  </a:lnTo>
                  <a:lnTo>
                    <a:pt x="1140811" y="212689"/>
                  </a:lnTo>
                  <a:lnTo>
                    <a:pt x="937611" y="0"/>
                  </a:lnTo>
                  <a:close/>
                </a:path>
              </a:pathLst>
            </a:custGeom>
            <a:solidFill>
              <a:srgbClr val="5E50A0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937611" cy="25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324988" y="8454365"/>
            <a:ext cx="1934312" cy="761636"/>
          </a:xfrm>
          <a:custGeom>
            <a:avLst/>
            <a:gdLst/>
            <a:ahLst/>
            <a:cxnLst/>
            <a:rect r="r" b="b" t="t" l="l"/>
            <a:pathLst>
              <a:path h="761636" w="1934312">
                <a:moveTo>
                  <a:pt x="0" y="0"/>
                </a:moveTo>
                <a:lnTo>
                  <a:pt x="1934312" y="0"/>
                </a:lnTo>
                <a:lnTo>
                  <a:pt x="1934312" y="761635"/>
                </a:lnTo>
                <a:lnTo>
                  <a:pt x="0" y="761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95235" y="8454365"/>
            <a:ext cx="13388208" cy="803935"/>
            <a:chOff x="0" y="0"/>
            <a:chExt cx="3526113" cy="2117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26113" cy="211736"/>
            </a:xfrm>
            <a:custGeom>
              <a:avLst/>
              <a:gdLst/>
              <a:ahLst/>
              <a:cxnLst/>
              <a:rect r="r" b="b" t="t" l="l"/>
              <a:pathLst>
                <a:path h="211736" w="3526113">
                  <a:moveTo>
                    <a:pt x="0" y="0"/>
                  </a:moveTo>
                  <a:lnTo>
                    <a:pt x="3526113" y="0"/>
                  </a:lnTo>
                  <a:lnTo>
                    <a:pt x="3526113" y="211736"/>
                  </a:lnTo>
                  <a:lnTo>
                    <a:pt x="0" y="211736"/>
                  </a:lnTo>
                  <a:close/>
                </a:path>
              </a:pathLst>
            </a:custGeom>
            <a:solidFill>
              <a:srgbClr val="76ADE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526113" cy="249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8454365"/>
            <a:ext cx="14488262" cy="803935"/>
            <a:chOff x="0" y="0"/>
            <a:chExt cx="3815839" cy="2117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5838" cy="211736"/>
            </a:xfrm>
            <a:custGeom>
              <a:avLst/>
              <a:gdLst/>
              <a:ahLst/>
              <a:cxnLst/>
              <a:rect r="r" b="b" t="t" l="l"/>
              <a:pathLst>
                <a:path h="211736" w="3815838">
                  <a:moveTo>
                    <a:pt x="0" y="0"/>
                  </a:moveTo>
                  <a:lnTo>
                    <a:pt x="3815838" y="0"/>
                  </a:lnTo>
                  <a:lnTo>
                    <a:pt x="3815838" y="211736"/>
                  </a:lnTo>
                  <a:lnTo>
                    <a:pt x="0" y="211736"/>
                  </a:lnTo>
                  <a:close/>
                </a:path>
              </a:pathLst>
            </a:custGeom>
            <a:solidFill>
              <a:srgbClr val="5E50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815839" cy="249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622149" y="8454365"/>
            <a:ext cx="1475840" cy="803935"/>
            <a:chOff x="0" y="0"/>
            <a:chExt cx="388699" cy="211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8699" cy="211736"/>
            </a:xfrm>
            <a:custGeom>
              <a:avLst/>
              <a:gdLst/>
              <a:ahLst/>
              <a:cxnLst/>
              <a:rect r="r" b="b" t="t" l="l"/>
              <a:pathLst>
                <a:path h="211736" w="388699">
                  <a:moveTo>
                    <a:pt x="0" y="0"/>
                  </a:moveTo>
                  <a:lnTo>
                    <a:pt x="388699" y="0"/>
                  </a:lnTo>
                  <a:lnTo>
                    <a:pt x="388699" y="211736"/>
                  </a:lnTo>
                  <a:lnTo>
                    <a:pt x="0" y="211736"/>
                  </a:lnTo>
                  <a:close/>
                </a:path>
              </a:pathLst>
            </a:custGeom>
            <a:solidFill>
              <a:srgbClr val="79489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88699" cy="249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95235" y="3524373"/>
            <a:ext cx="7435030" cy="336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78"/>
              </a:lnSpc>
            </a:pPr>
            <a:r>
              <a:rPr lang="en-US" sz="11980">
                <a:solidFill>
                  <a:srgbClr val="5E50A0"/>
                </a:solidFill>
                <a:latin typeface="Anton"/>
                <a:ea typeface="Anton"/>
                <a:cs typeface="Anton"/>
                <a:sym typeface="Anton"/>
              </a:rPr>
              <a:t>NUESTRA</a:t>
            </a:r>
          </a:p>
          <a:p>
            <a:pPr algn="l">
              <a:lnSpc>
                <a:spcPts val="13178"/>
              </a:lnSpc>
            </a:pPr>
            <a:r>
              <a:rPr lang="en-US" sz="11980">
                <a:solidFill>
                  <a:srgbClr val="794897"/>
                </a:solidFill>
                <a:latin typeface="Anton"/>
                <a:ea typeface="Anton"/>
                <a:cs typeface="Anton"/>
                <a:sym typeface="Anton"/>
              </a:rPr>
              <a:t>SOLUCION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4056843" y="0"/>
            <a:ext cx="4231157" cy="4114800"/>
          </a:xfrm>
          <a:custGeom>
            <a:avLst/>
            <a:gdLst/>
            <a:ahLst/>
            <a:cxnLst/>
            <a:rect r="r" b="b" t="t" l="l"/>
            <a:pathLst>
              <a:path h="4114800" w="4231157">
                <a:moveTo>
                  <a:pt x="0" y="0"/>
                </a:moveTo>
                <a:lnTo>
                  <a:pt x="4231157" y="0"/>
                </a:lnTo>
                <a:lnTo>
                  <a:pt x="42311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24988" y="8454365"/>
            <a:ext cx="1934312" cy="761636"/>
          </a:xfrm>
          <a:custGeom>
            <a:avLst/>
            <a:gdLst/>
            <a:ahLst/>
            <a:cxnLst/>
            <a:rect r="r" b="b" t="t" l="l"/>
            <a:pathLst>
              <a:path h="761636" w="1934312">
                <a:moveTo>
                  <a:pt x="0" y="0"/>
                </a:moveTo>
                <a:lnTo>
                  <a:pt x="1934312" y="0"/>
                </a:lnTo>
                <a:lnTo>
                  <a:pt x="1934312" y="761635"/>
                </a:lnTo>
                <a:lnTo>
                  <a:pt x="0" y="761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95235" y="8454365"/>
            <a:ext cx="13388208" cy="803935"/>
            <a:chOff x="0" y="0"/>
            <a:chExt cx="3526113" cy="211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26113" cy="211736"/>
            </a:xfrm>
            <a:custGeom>
              <a:avLst/>
              <a:gdLst/>
              <a:ahLst/>
              <a:cxnLst/>
              <a:rect r="r" b="b" t="t" l="l"/>
              <a:pathLst>
                <a:path h="211736" w="3526113">
                  <a:moveTo>
                    <a:pt x="0" y="0"/>
                  </a:moveTo>
                  <a:lnTo>
                    <a:pt x="3526113" y="0"/>
                  </a:lnTo>
                  <a:lnTo>
                    <a:pt x="3526113" y="211736"/>
                  </a:lnTo>
                  <a:lnTo>
                    <a:pt x="0" y="211736"/>
                  </a:lnTo>
                  <a:close/>
                </a:path>
              </a:pathLst>
            </a:custGeom>
            <a:solidFill>
              <a:srgbClr val="76ADE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526113" cy="249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8454365"/>
            <a:ext cx="14488262" cy="803935"/>
            <a:chOff x="0" y="0"/>
            <a:chExt cx="3815839" cy="211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5838" cy="211736"/>
            </a:xfrm>
            <a:custGeom>
              <a:avLst/>
              <a:gdLst/>
              <a:ahLst/>
              <a:cxnLst/>
              <a:rect r="r" b="b" t="t" l="l"/>
              <a:pathLst>
                <a:path h="211736" w="3815838">
                  <a:moveTo>
                    <a:pt x="0" y="0"/>
                  </a:moveTo>
                  <a:lnTo>
                    <a:pt x="3815838" y="0"/>
                  </a:lnTo>
                  <a:lnTo>
                    <a:pt x="3815838" y="211736"/>
                  </a:lnTo>
                  <a:lnTo>
                    <a:pt x="0" y="211736"/>
                  </a:lnTo>
                  <a:close/>
                </a:path>
              </a:pathLst>
            </a:custGeom>
            <a:solidFill>
              <a:srgbClr val="5E50A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15839" cy="249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622149" y="8454365"/>
            <a:ext cx="1475840" cy="803935"/>
            <a:chOff x="0" y="0"/>
            <a:chExt cx="388699" cy="2117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8699" cy="211736"/>
            </a:xfrm>
            <a:custGeom>
              <a:avLst/>
              <a:gdLst/>
              <a:ahLst/>
              <a:cxnLst/>
              <a:rect r="r" b="b" t="t" l="l"/>
              <a:pathLst>
                <a:path h="211736" w="388699">
                  <a:moveTo>
                    <a:pt x="0" y="0"/>
                  </a:moveTo>
                  <a:lnTo>
                    <a:pt x="388699" y="0"/>
                  </a:lnTo>
                  <a:lnTo>
                    <a:pt x="388699" y="211736"/>
                  </a:lnTo>
                  <a:lnTo>
                    <a:pt x="0" y="211736"/>
                  </a:lnTo>
                  <a:close/>
                </a:path>
              </a:pathLst>
            </a:custGeom>
            <a:solidFill>
              <a:srgbClr val="79489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8699" cy="249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91667" y="-1488134"/>
            <a:ext cx="7558495" cy="2217578"/>
            <a:chOff x="0" y="0"/>
            <a:chExt cx="724938" cy="2126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4938" cy="212689"/>
            </a:xfrm>
            <a:custGeom>
              <a:avLst/>
              <a:gdLst/>
              <a:ahLst/>
              <a:cxnLst/>
              <a:rect r="r" b="b" t="t" l="l"/>
              <a:pathLst>
                <a:path h="212689" w="724938">
                  <a:moveTo>
                    <a:pt x="521738" y="0"/>
                  </a:moveTo>
                  <a:lnTo>
                    <a:pt x="0" y="0"/>
                  </a:lnTo>
                  <a:lnTo>
                    <a:pt x="203200" y="212689"/>
                  </a:lnTo>
                  <a:lnTo>
                    <a:pt x="724938" y="212689"/>
                  </a:lnTo>
                  <a:lnTo>
                    <a:pt x="521738" y="0"/>
                  </a:lnTo>
                  <a:close/>
                </a:path>
              </a:pathLst>
            </a:custGeom>
            <a:ln w="76200" cap="sq">
              <a:solidFill>
                <a:srgbClr val="76ADE5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38100"/>
              <a:ext cx="521738" cy="25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97057" y="6674337"/>
            <a:ext cx="3101204" cy="1082602"/>
          </a:xfrm>
          <a:custGeom>
            <a:avLst/>
            <a:gdLst/>
            <a:ahLst/>
            <a:cxnLst/>
            <a:rect r="r" b="b" t="t" l="l"/>
            <a:pathLst>
              <a:path h="1082602" w="3101204">
                <a:moveTo>
                  <a:pt x="0" y="0"/>
                </a:moveTo>
                <a:lnTo>
                  <a:pt x="3101204" y="0"/>
                </a:lnTo>
                <a:lnTo>
                  <a:pt x="3101204" y="1082602"/>
                </a:lnTo>
                <a:lnTo>
                  <a:pt x="0" y="10826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82588" y="4510874"/>
            <a:ext cx="4084798" cy="1396258"/>
          </a:xfrm>
          <a:custGeom>
            <a:avLst/>
            <a:gdLst/>
            <a:ahLst/>
            <a:cxnLst/>
            <a:rect r="r" b="b" t="t" l="l"/>
            <a:pathLst>
              <a:path h="1396258" w="4084798">
                <a:moveTo>
                  <a:pt x="0" y="0"/>
                </a:moveTo>
                <a:lnTo>
                  <a:pt x="4084799" y="0"/>
                </a:lnTo>
                <a:lnTo>
                  <a:pt x="4084799" y="1396258"/>
                </a:lnTo>
                <a:lnTo>
                  <a:pt x="0" y="13962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380486" y="6674337"/>
            <a:ext cx="3487786" cy="985300"/>
          </a:xfrm>
          <a:custGeom>
            <a:avLst/>
            <a:gdLst/>
            <a:ahLst/>
            <a:cxnLst/>
            <a:rect r="r" b="b" t="t" l="l"/>
            <a:pathLst>
              <a:path h="985300" w="3487786">
                <a:moveTo>
                  <a:pt x="0" y="0"/>
                </a:moveTo>
                <a:lnTo>
                  <a:pt x="3487786" y="0"/>
                </a:lnTo>
                <a:lnTo>
                  <a:pt x="3487786" y="985299"/>
                </a:lnTo>
                <a:lnTo>
                  <a:pt x="0" y="9852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83217" y="4441095"/>
            <a:ext cx="1535816" cy="1535816"/>
          </a:xfrm>
          <a:custGeom>
            <a:avLst/>
            <a:gdLst/>
            <a:ahLst/>
            <a:cxnLst/>
            <a:rect r="r" b="b" t="t" l="l"/>
            <a:pathLst>
              <a:path h="1535816" w="1535816">
                <a:moveTo>
                  <a:pt x="0" y="0"/>
                </a:moveTo>
                <a:lnTo>
                  <a:pt x="1535817" y="0"/>
                </a:lnTo>
                <a:lnTo>
                  <a:pt x="1535817" y="1535816"/>
                </a:lnTo>
                <a:lnTo>
                  <a:pt x="0" y="153581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104900"/>
            <a:ext cx="706064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>
                <a:solidFill>
                  <a:srgbClr val="5E50A0"/>
                </a:solidFill>
                <a:latin typeface="Anton"/>
                <a:ea typeface="Anton"/>
                <a:cs typeface="Anton"/>
                <a:sym typeface="Anton"/>
              </a:rPr>
              <a:t>THE </a:t>
            </a:r>
            <a:r>
              <a:rPr lang="en-US" sz="9000">
                <a:solidFill>
                  <a:srgbClr val="794897"/>
                </a:solidFill>
                <a:latin typeface="Anton"/>
                <a:ea typeface="Anton"/>
                <a:cs typeface="Anton"/>
                <a:sym typeface="Anton"/>
              </a:rPr>
              <a:t>FINE DRINK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2596344"/>
            <a:ext cx="835451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C1F36"/>
                </a:solidFill>
                <a:latin typeface="Open Sans"/>
                <a:ea typeface="Open Sans"/>
                <a:cs typeface="Open Sans"/>
                <a:sym typeface="Open Sans"/>
              </a:rPr>
              <a:t>Un juego de pago unico, local y personalizable.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C1F36"/>
                </a:solidFill>
                <a:latin typeface="Open Sans"/>
                <a:ea typeface="Open Sans"/>
                <a:cs typeface="Open Sans"/>
                <a:sym typeface="Open Sans"/>
              </a:rPr>
              <a:t>Un juego que usa feedback para optimizarse a si mismo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4327210"/>
            <a:ext cx="478004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C1F36"/>
                </a:solidFill>
                <a:latin typeface="Open Sans"/>
                <a:ea typeface="Open Sans"/>
                <a:cs typeface="Open Sans"/>
                <a:sym typeface="Open Sans"/>
              </a:rPr>
              <a:t>Generar una alternativa de valor razonable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6132172"/>
            <a:ext cx="478004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C1F36"/>
                </a:solidFill>
                <a:latin typeface="Open Sans"/>
                <a:ea typeface="Open Sans"/>
                <a:cs typeface="Open Sans"/>
                <a:sym typeface="Open Sans"/>
              </a:rPr>
              <a:t>Que la pases bien a tu manera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3714750"/>
            <a:ext cx="239002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5E50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MISION: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5519711"/>
            <a:ext cx="239002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5E50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VISION: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7424082"/>
            <a:ext cx="478004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C1F36"/>
                </a:solidFill>
                <a:latin typeface="Open Sans"/>
                <a:ea typeface="Open Sans"/>
                <a:cs typeface="Open Sans"/>
                <a:sym typeface="Open Sans"/>
              </a:rPr>
              <a:t>Centrarnos en el cliente, integridad y calidad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6811622"/>
            <a:ext cx="239002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5E50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VALORES: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8621382"/>
            <a:ext cx="1071893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Promediamos otras opciones a un valor de $10.000 mensuales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797057" y="3714750"/>
            <a:ext cx="345053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5E50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HERRAMIENTAS: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2148198" y="4147198"/>
            <a:ext cx="10807132" cy="1472472"/>
          </a:xfrm>
          <a:custGeom>
            <a:avLst/>
            <a:gdLst/>
            <a:ahLst/>
            <a:cxnLst/>
            <a:rect r="r" b="b" t="t" l="l"/>
            <a:pathLst>
              <a:path h="1472472" w="10807132">
                <a:moveTo>
                  <a:pt x="10807132" y="0"/>
                </a:moveTo>
                <a:lnTo>
                  <a:pt x="0" y="0"/>
                </a:lnTo>
                <a:lnTo>
                  <a:pt x="0" y="1472472"/>
                </a:lnTo>
                <a:lnTo>
                  <a:pt x="10807132" y="1472472"/>
                </a:lnTo>
                <a:lnTo>
                  <a:pt x="108071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1443912" y="6172200"/>
            <a:ext cx="4231157" cy="4114800"/>
          </a:xfrm>
          <a:custGeom>
            <a:avLst/>
            <a:gdLst/>
            <a:ahLst/>
            <a:cxnLst/>
            <a:rect r="r" b="b" t="t" l="l"/>
            <a:pathLst>
              <a:path h="4114800" w="4231157">
                <a:moveTo>
                  <a:pt x="423115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231157" y="0"/>
                </a:lnTo>
                <a:lnTo>
                  <a:pt x="4231157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78761" y="8471612"/>
            <a:ext cx="17293580" cy="866600"/>
            <a:chOff x="0" y="0"/>
            <a:chExt cx="4244348" cy="2126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44348" cy="212689"/>
            </a:xfrm>
            <a:custGeom>
              <a:avLst/>
              <a:gdLst/>
              <a:ahLst/>
              <a:cxnLst/>
              <a:rect r="r" b="b" t="t" l="l"/>
              <a:pathLst>
                <a:path h="212689" w="4244348">
                  <a:moveTo>
                    <a:pt x="4041148" y="0"/>
                  </a:moveTo>
                  <a:lnTo>
                    <a:pt x="0" y="0"/>
                  </a:lnTo>
                  <a:lnTo>
                    <a:pt x="203200" y="212689"/>
                  </a:lnTo>
                  <a:lnTo>
                    <a:pt x="4244348" y="212689"/>
                  </a:lnTo>
                  <a:lnTo>
                    <a:pt x="4041148" y="0"/>
                  </a:lnTo>
                  <a:close/>
                </a:path>
              </a:pathLst>
            </a:custGeom>
            <a:ln w="76200" cap="sq">
              <a:solidFill>
                <a:srgbClr val="76ADE5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01600" y="-38100"/>
              <a:ext cx="4041148" cy="25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774912" y="1333682"/>
            <a:ext cx="1934312" cy="761636"/>
          </a:xfrm>
          <a:custGeom>
            <a:avLst/>
            <a:gdLst/>
            <a:ahLst/>
            <a:cxnLst/>
            <a:rect r="r" b="b" t="t" l="l"/>
            <a:pathLst>
              <a:path h="761636" w="1934312">
                <a:moveTo>
                  <a:pt x="0" y="0"/>
                </a:moveTo>
                <a:lnTo>
                  <a:pt x="1934313" y="0"/>
                </a:lnTo>
                <a:lnTo>
                  <a:pt x="1934313" y="761636"/>
                </a:lnTo>
                <a:lnTo>
                  <a:pt x="0" y="7616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37209" y="3845877"/>
            <a:ext cx="806164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5E50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KANBAN: SENCILLO Y VERSATIL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925551" y="3024046"/>
            <a:ext cx="4610852" cy="4741236"/>
          </a:xfrm>
          <a:custGeom>
            <a:avLst/>
            <a:gdLst/>
            <a:ahLst/>
            <a:cxnLst/>
            <a:rect r="r" b="b" t="t" l="l"/>
            <a:pathLst>
              <a:path h="4741236" w="4610852">
                <a:moveTo>
                  <a:pt x="0" y="0"/>
                </a:moveTo>
                <a:lnTo>
                  <a:pt x="4610852" y="0"/>
                </a:lnTo>
                <a:lnTo>
                  <a:pt x="4610852" y="4741236"/>
                </a:lnTo>
                <a:lnTo>
                  <a:pt x="0" y="47412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190625"/>
            <a:ext cx="12746212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5E50A0"/>
                </a:solidFill>
                <a:latin typeface="Anton"/>
                <a:ea typeface="Anton"/>
                <a:cs typeface="Anton"/>
                <a:sym typeface="Anton"/>
              </a:rPr>
              <a:t>LA </a:t>
            </a:r>
            <a:r>
              <a:rPr lang="en-US" sz="9000">
                <a:solidFill>
                  <a:srgbClr val="794897"/>
                </a:solidFill>
                <a:latin typeface="Anton"/>
                <a:ea typeface="Anton"/>
                <a:cs typeface="Anton"/>
                <a:sym typeface="Anton"/>
              </a:rPr>
              <a:t>METODOLOGIA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712210"/>
            <a:ext cx="1008509" cy="84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9">
                <a:solidFill>
                  <a:srgbClr val="76ADE5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007259"/>
            <a:ext cx="1008509" cy="84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9">
                <a:solidFill>
                  <a:srgbClr val="76ADE5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37209" y="5137785"/>
            <a:ext cx="806164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5E50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 UNITARIO INMEDIATO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303294"/>
            <a:ext cx="1008509" cy="84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9">
                <a:solidFill>
                  <a:srgbClr val="76ADE5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37209" y="6436961"/>
            <a:ext cx="806164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5E50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QA TESTING, REALIZADO POR TERCEROS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372099" y="0"/>
            <a:ext cx="5915901" cy="5753214"/>
          </a:xfrm>
          <a:custGeom>
            <a:avLst/>
            <a:gdLst/>
            <a:ahLst/>
            <a:cxnLst/>
            <a:rect r="r" b="b" t="t" l="l"/>
            <a:pathLst>
              <a:path h="5753214" w="5915901">
                <a:moveTo>
                  <a:pt x="0" y="0"/>
                </a:moveTo>
                <a:lnTo>
                  <a:pt x="5915901" y="0"/>
                </a:lnTo>
                <a:lnTo>
                  <a:pt x="5915901" y="5753214"/>
                </a:lnTo>
                <a:lnTo>
                  <a:pt x="0" y="5753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0" y="4533786"/>
            <a:ext cx="5915901" cy="5753214"/>
          </a:xfrm>
          <a:custGeom>
            <a:avLst/>
            <a:gdLst/>
            <a:ahLst/>
            <a:cxnLst/>
            <a:rect r="r" b="b" t="t" l="l"/>
            <a:pathLst>
              <a:path h="5753214" w="5915901">
                <a:moveTo>
                  <a:pt x="5915901" y="5753214"/>
                </a:moveTo>
                <a:lnTo>
                  <a:pt x="0" y="5753214"/>
                </a:lnTo>
                <a:lnTo>
                  <a:pt x="0" y="0"/>
                </a:lnTo>
                <a:lnTo>
                  <a:pt x="5915901" y="0"/>
                </a:lnTo>
                <a:lnTo>
                  <a:pt x="5915901" y="575321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-820386"/>
            <a:ext cx="11894548" cy="2217578"/>
            <a:chOff x="0" y="0"/>
            <a:chExt cx="1140811" cy="2126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0811" cy="212689"/>
            </a:xfrm>
            <a:custGeom>
              <a:avLst/>
              <a:gdLst/>
              <a:ahLst/>
              <a:cxnLst/>
              <a:rect r="r" b="b" t="t" l="l"/>
              <a:pathLst>
                <a:path h="212689" w="1140811">
                  <a:moveTo>
                    <a:pt x="937611" y="0"/>
                  </a:moveTo>
                  <a:lnTo>
                    <a:pt x="0" y="0"/>
                  </a:lnTo>
                  <a:lnTo>
                    <a:pt x="203200" y="212689"/>
                  </a:lnTo>
                  <a:lnTo>
                    <a:pt x="1140811" y="212689"/>
                  </a:lnTo>
                  <a:lnTo>
                    <a:pt x="937611" y="0"/>
                  </a:lnTo>
                  <a:close/>
                </a:path>
              </a:pathLst>
            </a:custGeom>
            <a:ln w="76200" cap="sq">
              <a:solidFill>
                <a:srgbClr val="76ADE5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01600" y="-38100"/>
              <a:ext cx="937611" cy="25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142886" y="8808101"/>
            <a:ext cx="11894548" cy="2217578"/>
            <a:chOff x="0" y="0"/>
            <a:chExt cx="1140811" cy="2126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0811" cy="212689"/>
            </a:xfrm>
            <a:custGeom>
              <a:avLst/>
              <a:gdLst/>
              <a:ahLst/>
              <a:cxnLst/>
              <a:rect r="r" b="b" t="t" l="l"/>
              <a:pathLst>
                <a:path h="212689" w="1140811">
                  <a:moveTo>
                    <a:pt x="937611" y="0"/>
                  </a:moveTo>
                  <a:lnTo>
                    <a:pt x="0" y="0"/>
                  </a:lnTo>
                  <a:lnTo>
                    <a:pt x="203200" y="212689"/>
                  </a:lnTo>
                  <a:lnTo>
                    <a:pt x="1140811" y="212689"/>
                  </a:lnTo>
                  <a:lnTo>
                    <a:pt x="937611" y="0"/>
                  </a:lnTo>
                  <a:close/>
                </a:path>
              </a:pathLst>
            </a:custGeom>
            <a:ln w="76200" cap="sq">
              <a:solidFill>
                <a:srgbClr val="76ADE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38100"/>
              <a:ext cx="937611" cy="25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8965971" y="-388655"/>
            <a:ext cx="11894548" cy="2217578"/>
            <a:chOff x="0" y="0"/>
            <a:chExt cx="1140811" cy="2126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0811" cy="212689"/>
            </a:xfrm>
            <a:custGeom>
              <a:avLst/>
              <a:gdLst/>
              <a:ahLst/>
              <a:cxnLst/>
              <a:rect r="r" b="b" t="t" l="l"/>
              <a:pathLst>
                <a:path h="212689" w="1140811">
                  <a:moveTo>
                    <a:pt x="937611" y="0"/>
                  </a:moveTo>
                  <a:lnTo>
                    <a:pt x="0" y="0"/>
                  </a:lnTo>
                  <a:lnTo>
                    <a:pt x="203200" y="212689"/>
                  </a:lnTo>
                  <a:lnTo>
                    <a:pt x="1140811" y="212689"/>
                  </a:lnTo>
                  <a:lnTo>
                    <a:pt x="937611" y="0"/>
                  </a:lnTo>
                  <a:close/>
                </a:path>
              </a:pathLst>
            </a:custGeom>
            <a:solidFill>
              <a:srgbClr val="5E50A0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937611" cy="25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632982" y="8808101"/>
            <a:ext cx="11894548" cy="2217578"/>
            <a:chOff x="0" y="0"/>
            <a:chExt cx="1140811" cy="2126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0811" cy="212689"/>
            </a:xfrm>
            <a:custGeom>
              <a:avLst/>
              <a:gdLst/>
              <a:ahLst/>
              <a:cxnLst/>
              <a:rect r="r" b="b" t="t" l="l"/>
              <a:pathLst>
                <a:path h="212689" w="1140811">
                  <a:moveTo>
                    <a:pt x="937611" y="0"/>
                  </a:moveTo>
                  <a:lnTo>
                    <a:pt x="0" y="0"/>
                  </a:lnTo>
                  <a:lnTo>
                    <a:pt x="203200" y="212689"/>
                  </a:lnTo>
                  <a:lnTo>
                    <a:pt x="1140811" y="212689"/>
                  </a:lnTo>
                  <a:lnTo>
                    <a:pt x="937611" y="0"/>
                  </a:lnTo>
                  <a:close/>
                </a:path>
              </a:pathLst>
            </a:custGeom>
            <a:solidFill>
              <a:srgbClr val="5E50A0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38100"/>
              <a:ext cx="937611" cy="250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668889" y="3524373"/>
            <a:ext cx="6950223" cy="336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78"/>
              </a:lnSpc>
            </a:pPr>
            <a:r>
              <a:rPr lang="en-US" sz="11980">
                <a:solidFill>
                  <a:srgbClr val="5E50A0"/>
                </a:solidFill>
                <a:latin typeface="Anton"/>
                <a:ea typeface="Anton"/>
                <a:cs typeface="Anton"/>
                <a:sym typeface="Anton"/>
              </a:rPr>
              <a:t>MUCHAS</a:t>
            </a:r>
          </a:p>
          <a:p>
            <a:pPr algn="ctr">
              <a:lnSpc>
                <a:spcPts val="13178"/>
              </a:lnSpc>
            </a:pPr>
            <a:r>
              <a:rPr lang="en-US" sz="11980">
                <a:solidFill>
                  <a:srgbClr val="794897"/>
                </a:solidFill>
                <a:latin typeface="Anton"/>
                <a:ea typeface="Anton"/>
                <a:cs typeface="Anton"/>
                <a:sym typeface="Anton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DAHGCt4Bk40</dc:identifier>
  <dcterms:modified xsi:type="dcterms:W3CDTF">2011-08-01T06:04:30Z</dcterms:modified>
  <cp:revision>1</cp:revision>
  <dc:title>Proyecto de Titulo The Fine Drink</dc:title>
</cp:coreProperties>
</file>